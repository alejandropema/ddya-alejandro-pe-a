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2E9E8F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inteligente de códigos de producto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dos enfoques para clasificar y consultar el inventario de la bodega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Juan Pablo Leon, Mateo Barrios, Santiago Lugo y Alejandro Peña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cliente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estamos resolviendo?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bodega recibe productos con códigos numéricos en el orden en que van llegando, no en el orden en que después se necesitan consultar.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22860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un producto específico puede volverse lento si la información no está bien organizada.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22860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llegada de los códigos puede hacer que una organización simple funcione muy bien... o muy mal.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22860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06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una forma de organizar los códigos que permita consultarlos rápido, sin importar el orden en que llegaron.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Evaluamos dos formas de organizar esos códigos, y le mostramos con datos reales cuál conviene más.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organizar los mismos datos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EAF1F8"/>
          </a:solidFill>
          <a:ln w="16510">
            <a:solidFill>
              <a:srgbClr val="1F5C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4864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simple (BST)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los códigos a medida que llegan, sin ajustes adicionales.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construir, pero su desempeño depende totalmente del orden de llegada de los datos.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E7F5EF"/>
          </a:solidFill>
          <a:ln w="16510">
            <a:solidFill>
              <a:srgbClr val="2E9E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74520"/>
            <a:ext cx="54864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autoequilibrado (AVL)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los códigos y se reacomoda automáticamente para mantenerse equilibrado.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más de trabajo al construirlo, pero garantiza consultas rápidas sin importar el orden de llegada.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exactamente los mismos códigos de producto y el mismo orden de llegada para construir ambos árboles, de forma que la comparación sea justa.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proceso, paso a paso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pic>
        <p:nvPicPr>
          <p:cNvPr id="6" name="Image 0" descr="/home/claude/ppt_cliente2/diagrama_fluj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55585"/>
            <a:ext cx="4389120" cy="39069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2240280"/>
            <a:ext cx="18288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103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ingresa la cantidad de productos y sus códigos, en el orden en que los tiene.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3657600"/>
            <a:ext cx="182880" cy="0"/>
          </a:xfrm>
          <a:prstGeom prst="line">
            <a:avLst/>
          </a:prstGeom>
          <a:noFill/>
          <a:ln w="31750">
            <a:solidFill>
              <a:srgbClr val="6C4F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3520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esos mismos datos, el sistema construye el árbol simple y el árbol autoequilibrado, uno junto al otro.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5074920"/>
            <a:ext cx="1828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49377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se muestran ambos árboles gráficamente y se verifica automáticamente que contienen la misma información.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6C4F9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 QUE USAMOS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códigos, un solo criterio de comparación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usted pueda seguir el ejemplo de principio a fin, construimos ambos árboles con esta misma lista de códigos, en este orden de llegada: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1F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2E9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4884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6C4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060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B2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5236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1F5C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5236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7824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2E9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7824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0412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0320">
            <a:solidFill>
              <a:srgbClr val="E887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4120" y="2468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10412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3EAFB"/>
          </a:solidFill>
          <a:ln w="12700">
            <a:solidFill>
              <a:srgbClr val="6C4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orden no es casualidad: mezcla códigos altos y bajos, y sirve para mostrar cómo cada estructura reacciona de forma distinta a un mismo conjunto de datos reales, tal como llegarían en la operación diaria de la bodega.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queda organizado el árbol simple (BST)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pic>
        <p:nvPicPr>
          <p:cNvPr id="6" name="Image 0" descr="/home/claude/ppt_cliente2/arb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0939"/>
            <a:ext cx="6949440" cy="42647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18288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se ubicó siguiendo únicamente su orden de llegada.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18288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017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quedó con una rama notablemente más profunda que las demás.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80960" y="4343400"/>
            <a:ext cx="182880" cy="0"/>
          </a:xfrm>
          <a:prstGeom prst="line">
            <a:avLst/>
          </a:prstGeom>
          <a:noFill/>
          <a:ln w="31750">
            <a:solidFill>
              <a:srgbClr val="1F5C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206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un producto en esa rama profunda toma más pasos que consultar uno cercano a la raíz.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queda organizado el árbol autoequilibrado (AVL)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pic>
        <p:nvPicPr>
          <p:cNvPr id="6" name="Image 0" descr="/home/claude/ppt_cliente2/arbo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8254"/>
            <a:ext cx="6949440" cy="42501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18288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mismos ocho productos, el árbol se reacomodó solo para quedar equilibrado.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18288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017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rama quedó mucho más profunda que las demás.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80960" y="4343400"/>
            <a:ext cx="18288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206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producto puede consultarse en una cantidad de pasos similar, sin importar cuál sea.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productos, dos resultados distintos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508760"/>
            <a:ext cx="2011680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508760"/>
            <a:ext cx="2011680" cy="502920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del resultado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profunda de un lado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60720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pareja en ambos lados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1064240" cy="777240"/>
          </a:xfrm>
          <a:prstGeom prst="rect">
            <a:avLst/>
          </a:prstGeom>
          <a:solidFill>
            <a:srgbClr val="F4F7FA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orden de llegada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totalmente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se autocorrige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al consultar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49040" y="3886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Varía según el producto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60720" y="3886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igual para todos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777240"/>
          </a:xfrm>
          <a:prstGeom prst="rect">
            <a:avLst/>
          </a:prstGeom>
          <a:solidFill>
            <a:srgbClr val="F4F7FA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548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construcción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49040" y="4754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simple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60720" y="4754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mayor, por el autoequilibrio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6C4F9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RESULTADOS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árboles contienen la misma información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Recorrimos ambos árboles de tres formas distintas para confirmar que, aunque su forma es diferente, contienen exactamente los mismos productos.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7F5E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8716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ordenado (inorden)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871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10, 20, 25, 27, 28, 30, 50]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4871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Idéntico en ambos árboles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1F8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758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desde la raíz (preorden)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367588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Distinto en cada árbol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36758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forma particular de cada uno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632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ningún producto se pierde ni se duplica al cambiar de estructura.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IMPORTA EN LA PRÁCTICA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crece con el tamaño del inventario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pic>
        <p:nvPicPr>
          <p:cNvPr id="6" name="Image 0" descr="/home/claude/ppt_cliente2/grafica_complej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7200"/>
            <a:ext cx="6949440" cy="3860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18288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pocos productos, la diferencia es pequeña y casi no se nota.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3246120"/>
            <a:ext cx="182880" cy="0"/>
          </a:xfrm>
          <a:prstGeom prst="line">
            <a:avLst/>
          </a:prstGeom>
          <a:noFill/>
          <a:ln w="31750">
            <a:solidFill>
              <a:srgbClr val="B23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108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que el inventario crece, el árbol simple puede volverse mucho más lento en su peor caso.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80960" y="4526280"/>
            <a:ext cx="18288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389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autoequilibrado mantiene un desempeño predecible sin importar cuántos productos se agreguen.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verificamos que todo funciona correctamente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mostrarle cualquier resultado, sometimos la solución a pruebas automáticas con los mismos datos del ejemplo: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22860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860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aparecen ordenados de menor a mayor al recorrer cualquiera de los dos árboles en orden.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22860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producto se pierde ni se duplica: ambos árboles contienen exactamente los 8 productos ingresados.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96512"/>
            <a:ext cx="228600" cy="0"/>
          </a:xfrm>
          <a:prstGeom prst="line">
            <a:avLst/>
          </a:prstGeom>
          <a:noFill/>
          <a:ln w="31750">
            <a:solidFill>
              <a:srgbClr val="2E9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31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recorridos de verificación (en sus tres variantes) se ejecutaron sin errores sobre ambas estructuras.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E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validación: todas las pruebas fueron aprobadas correctamente.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RECOMENDACIÓN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conviene usar?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EAF1F8"/>
          </a:solidFill>
          <a:ln w="16510">
            <a:solidFill>
              <a:srgbClr val="1F5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árbol simple (BST) si: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volumen de productos es pequeño y estable.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códigos suelen llegar en un orden ya razonablemente variado.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 simplicidad sobre garantías de desempeño.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2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árbol autoequilibrado (AVL) si: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inventario crecerá con el tiempo.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Necesita tiempos de consulta predecibles, sin sorpresas.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orden de llegada de los códigos no está bajo su control.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bodega en crecimiento, recomendamos el AVL: la inversión adicional al construirlo se recupera con creces en consultas más rápidas y consistentes.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2E9E8F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292608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comentarios y a definir juntos los próximos pasos de implementación.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2026-09-21T16:25:06Z</dcterms:created>
  <dcterms:modified xsi:type="dcterms:W3CDTF">2026-09-21T16:25:06Z</dcterms:modified>
</cp:coreProperties>
</file>