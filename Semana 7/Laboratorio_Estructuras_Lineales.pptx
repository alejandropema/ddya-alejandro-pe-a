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ESTRUCTURAS LINEALES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atención de una tienda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FIFO, Pila LIFO y Lista doblemente enlazada aplicadas a un caso integrado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29260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Leon Davila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Carnet: 1000114216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estructuras, un solo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66160" cy="338328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5486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(FIFO)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esperan ser atendidos.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atiende siempre al que lleva más tiempo esperando.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338328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74520"/>
            <a:ext cx="5486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(LIFO)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clientes ya atendidos.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deshacer la última atención en cualquier momento.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338328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874520"/>
            <a:ext cx="5486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doblemente enlazada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 de la tienda.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3657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en ambos sentidos y permite buscar o eliminar por código.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permite registrar y atender clientes, deshacer la última atención, y administrar el catálogo de productos (agregar, recorrer, buscar y eliminar).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1 - 1 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necesita organizar la atención de sus clientes y administrar su catálogo.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5059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deben ser atendidos en el mismo orden en que llegan, por lo que se requiere una cola FIFO.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atendido queda registrado en un historial, y la última atención puede deshacerse mediante una pila LIFO.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0507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40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se almacenan en una lista doblemente enlazada, para recorrer el catálogo en ambos sentidos.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96012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 registrar y atender clientes, deshacer la última atención, y realizar operaciones básicas sobre los productos: agregar, recorrer, buscar y eliminar.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2A - REQUERIMIENTOS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4881"/>
            <a:ext cx="11064240" cy="3485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requerimientos (RF01 a RF05), priorizados por impacto en una escala de 1 (bajo) a 3 (alto).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2B - REQUERIMIENTOS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3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2242"/>
            <a:ext cx="11064240" cy="39307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uso, claridad, confiabilidad ante estructuras vacías, organización y mantenibilidad.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3 - HISTORIAS DE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4_im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7053"/>
            <a:ext cx="11064240" cy="37210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historias que cubren atención de clientes, deshacer atención, y administración del catálogo.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4 - DIAGRAMA DE FLUJO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general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5_im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054" y="1417320"/>
            <a:ext cx="4256532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78308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645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inicia registrando los clientes y cargando el catálogo inicial.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86600" y="292608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0920" y="2788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menú se elige una de cinco opciones: agregar cliente, atender, deshacer, gestionar productos o salir.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86600" y="406908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3931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opción actualiza la cola, la pila o la lista doble según corresponda.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86600" y="521208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60920" y="5074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hasta que el usuario decide salir.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5 - DIAGRAMA DE SECUENCIA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cliente y deshacer atención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6_im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841" y="1417320"/>
            <a:ext cx="6843037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87452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atender: el sistema desencola el primer cliente y lo apila en el historial.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306324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926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deshacer: el sistema desapila el último cliente atendido y lo reencola al frente.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26680" y="425196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4114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nunca interactúa directamente con la cola o la pila, solo con 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6 - CASOS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Encargado de la tienda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7_im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984" y="1417320"/>
            <a:ext cx="9369552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encargado ejecuta las operaciones principales: registrar y atender clientes, deshacer una atención y administrar el catálogo de productos.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6 - CASOS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Cliente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7_img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6303" y="1417320"/>
            <a:ext cx="7266033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participa del proceso de atención: se registra en la cola, espera su turno y es atendido; opcionalmente puede volver al inicio de la cola si se deshace su atención.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7 - ANÁLISIS DE COMPLEJIDAD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analizada: buscar un producto por código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doblemente enlazada no está ordenada por código, por lo que en el peor caso deben revisarse todos los nodos.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105156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2724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caso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12724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está en el primer nodo.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31272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comparación.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0" y="31272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05156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616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436168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está en el último nodo, o no existe.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43616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recorren los n nodos.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0" y="436168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7 - ANÁLISIS DE COMPLEJIDAD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T(n)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a·n + 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costo de revisar cada nodo.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operaciones constantes iniciales.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O(n)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0" cy="24688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costo constante de comparar con el primer nodo, independiente de 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O(1)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O(1) y O(n) depende exclusivamente de en qué posición de la lista se encuentre el producto buscado, ya que no existe ningún índice auxiliar que acelere la búsqueda.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7 - ANÁLISIS DE COMPLEJIDAD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temporal teórica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8_img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379" y="1417320"/>
            <a:ext cx="7928762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conceptual entre mejor caso O(1), caso promedio O(n) y peor caso O(n) al buscar un producto.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8 - CÓDIGO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clientes y pila de operaciones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ColaClientes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agregar(nombre)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 final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atender()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el primero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2880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O(n)*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agregar_al_frente(nombre)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reinserta al inicio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O(n)*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727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la cola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usa list.pop(0) / list.insert(0, x): en Python cuestan O(n) por el desplazamiento de elementos.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394960" cy="484632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PilaOperaciones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push(cliente)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 tope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2980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del tope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2880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3950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la pila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2980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4480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usar append() y pop() (ambos sobre el final de la lista de Python), push y pop son O(1) reales.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8 - CÓDIGO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doblemente enlazada de productos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agregar_final(codigo, nombre, precio)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nodo y lo enlaza tras el último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150876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1106424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5856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recorrer_inicio_fin()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2585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siguiendo .siguiente desde el primero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0" y="225856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0837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recorrer_fin_inicio()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00837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siguiendo .anterior desde el último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300837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1106424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58184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buscar_por_codigo(codigo)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75818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hasta encontrar coincidencia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0" y="3758184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0799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eliminar_primero() / eliminar_ultimo()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5079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reenlaza el nuevo extremo con referencia directa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4507992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5780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eliminar_por_codigo(codigo)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52578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el nodo y reenlaza sus vecinos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0" y="525780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NodoProducto guarda referencias .anterior y .siguiente, lo que permite eliminar un extremo en O(1) sin recorrer la lista.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8 - CÓDIGO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SistemaTienda: integración de las tres estructuras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SistemaTienda no implementa lógica propia de bajo nivel: coordina la cola, la pila y la lista doble.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042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atender_cliente()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cola.atender()  →  pila.push(cliente)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pasa de esperar a formar parte del historial.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128016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67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deshacer_atencion()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pila.pop()  →  cola.agregar_al_frente(cliente)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atendido vuelve al frente de la cola, no al final.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orden de llamadas es precisamente lo que se ve reflejado en el diagrama de secuencia (punto 5).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9 - PRUEBAS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enunciado y pruebas propias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enunciado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registran 4 clientes y se verifica el orden de la cola.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atienden 2 clientes y se verifica cola y pila resultantes.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deshace una atención y se verifica que el cliente vuelve al frente.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5303520" cy="4572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124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Pruebas del enunciado: 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propias (lista doble)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Recorrido inicio a fin y fin a inicio sobre 4 productos.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5328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Búsqueda por código existente y por código inexistente.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09981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Eliminación por código, por extremo inicial y por extremo final.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12464"/>
            <a:ext cx="5303520" cy="4572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7124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Pruebas propias: OK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9 - PRUEBAS DE DESEMPEÑO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empírica de buscar_por_codigo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_lab/cell18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70" y="1417320"/>
            <a:ext cx="644010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87452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el peor caso: buscar un código que no existe, recorriendo toda la lista.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0" y="324612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31089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crece de forma aproximadamente lineal con el tamaño n, consistente con T(n) = O(n).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4617720"/>
            <a:ext cx="1828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480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ruido entre puntos es propio de mediciones de tiempo real (carga del sistema, garbage collector, etc.), no contradice el análisis teórico.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1051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estructura se eligió por una necesidad concreta del problema, no de forma arbitraria: FIFO para orden de llegada, LIFO para deshacer, y doble enlace para recorrido bidireccional.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teórico (O(1) mejor caso, O(n) peor caso en la búsqueda) coincide con lo observado en la prueba de desempeño real.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3075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66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enunciado y las pruebas propias validan tanto el comportamiento esperado como los casos límite (listas vacías, códigos inexistentes).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90872"/>
            <a:ext cx="228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526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modular de SistemaTienda permite que cada estructura se pruebe y entienda de forma independiente antes de integrarlas.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2026-09-16T01:57:05Z</dcterms:created>
  <dcterms:modified xsi:type="dcterms:W3CDTF">2026-09-16T01:57:05Z</dcterms:modified>
</cp:coreProperties>
</file>