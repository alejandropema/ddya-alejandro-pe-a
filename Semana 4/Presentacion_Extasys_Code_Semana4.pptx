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5F7FA"/>
                </a:solidFill>
              </a:defRPr>
            </a:pPr>
            <a:r>
              <a:t>Extasys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37BED2"/>
                </a:solidFill>
              </a:defRPr>
            </a:pPr>
            <a:r>
              <a:t>Semana 4 — Cambio mínimo con Programación Dinámica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F5F7FA"/>
                </a:solidFill>
              </a:defRPr>
            </a:pPr>
            <a:r>
              <a:t>Mateo Barrios  •  Santiago Lugo  •  Juan Leon  •  Alejandro Peña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1. Problema y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Una tienda necesita calcular el cambio exacto usando la menor cantidad de monedas.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Denominaciones disponibles: 50, 100, 200, 500 y 1000.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Ejemplo: 1850 → 1000 + 500 + 200 + 100 + 50 = 5 monedas.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Si no existe combinación exacta, el sistema debe informarlo.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2. Requerimientos e historias de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Funcionales: ingresar y validar el cambio; calcular el mínimo; mostrar monedas y cantidad; informar cuando no hay solución.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No funcionales: correctitud, eficiencia O(n), usabilidad, robustez y mantenibilidad.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HU1: el cajero ingresa un valor válido.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HU2: el sistema calcula la cantidad mínima con Programación Dinámica.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HU3: muestra claramente el resultado.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HU4: avisa cuando no existe una solución exacta.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3. Diagrama de flujo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1E8F0"/>
                </a:solidFill>
              </a:defRPr>
            </a:pPr>
            <a:r>
              <a:t>Del ingreso del valor hasta la respuesta</a:t>
            </a:r>
          </a:p>
        </p:txBody>
      </p:sp>
      <p:pic>
        <p:nvPicPr>
          <p:cNvPr id="4" name="Picture 3" descr="extracted_img_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77" y="1234440"/>
            <a:ext cx="4405764" cy="5074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4. Diagramas de secuencia y casos de uso</a:t>
            </a:r>
          </a:p>
        </p:txBody>
      </p:sp>
      <p:pic>
        <p:nvPicPr>
          <p:cNvPr id="3" name="Picture 2" descr="extracted_img_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585"/>
            <a:ext cx="5486400" cy="3474908"/>
          </a:xfrm>
          <a:prstGeom prst="rect">
            <a:avLst/>
          </a:prstGeom>
        </p:spPr>
      </p:pic>
      <p:pic>
        <p:nvPicPr>
          <p:cNvPr id="4" name="Picture 3" descr="extracted_img_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92758"/>
            <a:ext cx="5486400" cy="45125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5. Implementación: Programación Dinámica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La tabla dp guarda el mínimo de monedas necesario para cada valor desde 0 hasta n.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En cada posición se prueban las 5 denominaciones.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moneda_usada permite reconstruir cuáles monedas forman la solución.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Si dp[n] queda infinito, no existe una combinación exacta.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El resultado devuelve la cantidad mínima y la lista de monedas.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17320"/>
            <a:ext cx="5257800" cy="4206240"/>
          </a:xfrm>
          <a:prstGeom prst="roundRect">
            <a:avLst/>
          </a:prstGeom>
          <a:solidFill>
            <a:srgbClr val="0A1220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0" y="1691640"/>
            <a:ext cx="4800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monedas = [50, 100, 200, 500, 1000]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dp = [inf] * (valor + 1)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dp[0] = 0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for i in range(1, valor + 1):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    for moneda in monedas: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        if moneda &lt;= i: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            dp[i] = min(dp[i],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                         dp[i-moneda] + 1)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6.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Enunciado: 1850 → 1000 + 500 + 200 + 100 + 50 → 5 monedas.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50 → 1 moneda.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1250 → 1000 + 200 + 50 → 3 monedas.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123 → no existe solución exacta.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1000 → 1 moneda.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Las pruebas cubren soluciones directas, combinaciones y casos sin solución.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7. Complejidad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Para cada valor de 1 a n se revisan siempre 5 denominaciones.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T(n) = 5n; la reconstrucción agrega como máximo O(n).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Mejor caso: Θ(n).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Peor caso: Θ(n).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Complejidad espacial: O(n), por las tablas dp y moneda_usada.</a:t>
            </a:r>
          </a:p>
        </p:txBody>
      </p:sp>
      <p:pic>
        <p:nvPicPr>
          <p:cNvPr id="4" name="Picture 3" descr="extracted_img_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982552"/>
            <a:ext cx="5989320" cy="34872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8. Desempeño empírico y conclusión</a:t>
            </a:r>
          </a:p>
        </p:txBody>
      </p:sp>
      <p:pic>
        <p:nvPicPr>
          <p:cNvPr id="3" name="Picture 2" descr="performanc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0539"/>
            <a:ext cx="5943600" cy="40512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37960" y="1234440"/>
            <a:ext cx="5074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Se midieron entradas hasta 5000, usando varios tamaños y promediando 3 ejecuciones.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El crecimiento observado es aproximadamente lineal, compatible con O(n).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Conclusión: la solución encuentra una combinación óptima, reconstruye las monedas y maneja casos sin solución.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Programación Dinámica evita recalcular subproblemas y garantiza la solución óptima de forma general.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